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智问系统核心流程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自然语言查询系统技术架构</a:t>
            </a:r>
          </a:p>
          <a:p>
            <a:r>
              <a:t>2026-04-14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系统概述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智问是什么？</a:t>
            </a:r>
          </a:p>
          <a:p>
            <a:pPr lvl="1"/>
            <a:r>
              <a:t>用自然语言对话查询业务数据的智能系统</a:t>
            </a:r>
          </a:p>
          <a:p>
            <a:pPr/>
            <a:r>
              <a:t>核心能力</a:t>
            </a:r>
          </a:p>
          <a:p>
            <a:pPr lvl="1"/>
            <a:r>
              <a:t>• 理解自然语言问题（如今日销售额）</a:t>
            </a:r>
          </a:p>
          <a:p>
            <a:pPr lvl="1"/>
            <a:r>
              <a:t>• AI 自动生成 SQL 查询</a:t>
            </a:r>
          </a:p>
          <a:p>
            <a:pPr lvl="1"/>
            <a:r>
              <a:t>• 安全验证后执行查询</a:t>
            </a:r>
          </a:p>
          <a:p>
            <a:pPr lvl="1"/>
            <a:r>
              <a:t>• 返回结构化数据结果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整体架构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四层架构</a:t>
            </a:r>
          </a:p>
          <a:p>
            <a:pPr lvl="1"/>
            <a:r>
              <a:t>1. 用户层：SmartQuery.vue 聊天界面</a:t>
            </a:r>
          </a:p>
          <a:p>
            <a:pPr lvl="1"/>
            <a:r>
              <a:t>2. 前端层：REPORTUI（Vue 3 + Element Plus）</a:t>
            </a:r>
          </a:p>
          <a:p>
            <a:pPr lvl="1"/>
            <a:r>
              <a:t>3. 后端层：REPORT Service（Spring Boot）</a:t>
            </a:r>
          </a:p>
          <a:p>
            <a:pPr lvl="1"/>
            <a:r>
              <a:t>4. 数据层：Oracle 数据库 + 外部 AI 服务</a:t>
            </a:r>
          </a:p>
          <a:p>
            <a:pPr/>
          </a:p>
          <a:p>
            <a:pPr lvl="1"/>
            <a:r>
              <a:t>API 端点：POST /api/nl-query/query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7 步完成一次查询</a:t>
            </a:r>
          </a:p>
          <a:p>
            <a:pPr lvl="1"/>
            <a:r>
              <a:t>1. 用户输入问题 → 前端发送 POST 请求</a:t>
            </a:r>
          </a:p>
          <a:p>
            <a:pPr lvl="1"/>
            <a:r>
              <a:t>2. NLQueryController 接收请求</a:t>
            </a:r>
          </a:p>
          <a:p>
            <a:pPr lvl="1"/>
            <a:r>
              <a:t>3. AISQLService 生成 SQL（调用通义千问 API）</a:t>
            </a:r>
          </a:p>
          <a:p>
            <a:pPr lvl="1"/>
            <a:r>
              <a:t>4. SchemaService 提供表结构元数据</a:t>
            </a:r>
          </a:p>
          <a:p>
            <a:pPr lvl="1"/>
            <a:r>
              <a:t>5. validateSQL 安全验证（白名单检查）</a:t>
            </a:r>
          </a:p>
          <a:p>
            <a:pPr lvl="1"/>
            <a:r>
              <a:t>6. JdbcTemplate 执行 SQL 查询</a:t>
            </a:r>
          </a:p>
          <a:p>
            <a:pPr lvl="1"/>
            <a:r>
              <a:t>7. 返回 JSON 结果 → 前端渲染表格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集成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通义千问 API 调用</a:t>
            </a:r>
          </a:p>
          <a:p>
            <a:pPr lvl="1"/>
            <a:r>
              <a:t>模型：qwen-plus</a:t>
            </a:r>
          </a:p>
          <a:p>
            <a:pPr lvl="1"/>
            <a:r>
              <a:t>API 端点：dashscope.aliyuncs.com</a:t>
            </a:r>
          </a:p>
          <a:p>
            <a:pPr lvl="1"/>
            <a:r>
              <a:t>API Key：从 PRODUCT_APPKEY 表读取</a:t>
            </a:r>
          </a:p>
          <a:p>
            <a:pPr/>
          </a:p>
          <a:p>
            <a:pPr/>
            <a:r>
              <a:t>Prompt 构建</a:t>
            </a:r>
          </a:p>
          <a:p>
            <a:pPr lvl="1"/>
            <a:r>
              <a:t>• 表结构（从 AI_TABLE_FILTER 获取）</a:t>
            </a:r>
          </a:p>
          <a:p>
            <a:pPr lvl="1"/>
            <a:r>
              <a:t>• 用户问题</a:t>
            </a:r>
          </a:p>
          <a:p>
            <a:pPr lvl="1"/>
            <a:r>
              <a:t>• 9 条 SQL 生成规范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安全机制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三层安全验证</a:t>
            </a:r>
          </a:p>
          <a:p>
            <a:pPr lvl="1"/>
            <a:r>
              <a:t>1. SQL 类型检查</a:t>
            </a:r>
          </a:p>
          <a:p>
            <a:pPr lvl="2"/>
            <a:r>
              <a:t>   ✓ 只允许 SELECT 语句</a:t>
            </a:r>
          </a:p>
          <a:p>
            <a:pPr lvl="2"/>
            <a:r>
              <a:t>   ✓ 禁止 DROP/DELETE/UPDATE/INSERT 等</a:t>
            </a:r>
          </a:p>
          <a:p>
            <a:pPr lvl="1"/>
            <a:r>
              <a:t>2. 表白名单检查</a:t>
            </a:r>
          </a:p>
          <a:p>
            <a:pPr lvl="2"/>
            <a:r>
              <a:t>   ✓ 从 AI_TABLE_FILTER 表读取允许的表</a:t>
            </a:r>
          </a:p>
          <a:p>
            <a:pPr lvl="2"/>
            <a:r>
              <a:t>   ✓ SQL 中必须包含允许的表名</a:t>
            </a:r>
          </a:p>
          <a:p>
            <a:pPr lvl="1"/>
            <a:r>
              <a:t>3. 只读账号执行</a:t>
            </a:r>
          </a:p>
          <a:p>
            <a:pPr lvl="2"/>
            <a:r>
              <a:t>   ✓ JdbcTemplate 使用只读数据库账号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核心数据表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数据库表结构</a:t>
            </a:r>
          </a:p>
          <a:p>
            <a:pPr/>
            <a:r>
              <a:t>AI_TABLE_FILTER</a:t>
            </a:r>
          </a:p>
          <a:p>
            <a:pPr lvl="1"/>
            <a:r>
              <a:t>• 控制 AI 可访问的表白名单</a:t>
            </a:r>
          </a:p>
          <a:p>
            <a:pPr lvl="1"/>
            <a:r>
              <a:t>• 字段：TABLE_NAME, TABLE_COMMENT, ENABLED, SORT_ORDER</a:t>
            </a:r>
          </a:p>
          <a:p>
            <a:pPr/>
          </a:p>
          <a:p>
            <a:pPr/>
            <a:r>
              <a:t>PRODUCT_APPKEY</a:t>
            </a:r>
          </a:p>
          <a:p>
            <a:pPr lvl="1"/>
            <a:r>
              <a:t>• 存储第三方 API 密钥</a:t>
            </a:r>
          </a:p>
          <a:p>
            <a:pPr lvl="1"/>
            <a:r>
              <a:t>• PLATFORM='ALI_QWEN' 存储通义千问 API Key</a:t>
            </a:r>
          </a:p>
          <a:p>
            <a:pPr/>
          </a:p>
          <a:p>
            <a:pPr/>
            <a:r>
              <a:t>Oracle 元数据表</a:t>
            </a:r>
          </a:p>
          <a:p>
            <a:pPr lvl="1"/>
            <a:r>
              <a:t>• USER_TAB_COLUMNS：表列信息</a:t>
            </a:r>
          </a:p>
          <a:p>
            <a:pPr lvl="1"/>
            <a:r>
              <a:t>• USER_COL_COMMENTS：列注释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接口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请求/响应格式</a:t>
            </a:r>
          </a:p>
          <a:p>
            <a:pPr/>
            <a:r>
              <a:t>请求</a:t>
            </a:r>
          </a:p>
          <a:p>
            <a:pPr lvl="1"/>
            <a:r>
              <a:t>POST /api/nl-query/query</a:t>
            </a:r>
          </a:p>
          <a:p>
            <a:pPr lvl="1"/>
            <a:r>
              <a:t>Body: question=今天销售额是多少？</a:t>
            </a:r>
          </a:p>
          <a:p>
            <a:pPr/>
          </a:p>
          <a:p>
            <a:pPr/>
            <a:r>
              <a:t>成功响应</a:t>
            </a:r>
          </a:p>
          <a:p>
            <a:pPr lvl="1"/>
            <a:r>
              <a:t>{ success: true, sql: "...", data: [...], rowCount: N }</a:t>
            </a:r>
          </a:p>
          <a:p>
            <a:pPr/>
          </a:p>
          <a:p>
            <a:pPr/>
            <a:r>
              <a:t>失败响应</a:t>
            </a:r>
          </a:p>
          <a:p>
            <a:pPr lvl="1"/>
            <a:r>
              <a:t>{ success: false, message: "..." 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技术栈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前端技术</a:t>
            </a:r>
          </a:p>
          <a:p>
            <a:pPr lvl="1"/>
            <a:r>
              <a:t>Vue 3.4.21 + Vite 5.2.6</a:t>
            </a:r>
          </a:p>
          <a:p>
            <a:pPr lvl="1"/>
            <a:r>
              <a:t>Element Plus 2.6.1</a:t>
            </a:r>
          </a:p>
          <a:p>
            <a:pPr lvl="1"/>
            <a:r>
              <a:t>Axios 1.6.8</a:t>
            </a:r>
          </a:p>
          <a:p>
            <a:pPr/>
          </a:p>
          <a:p>
            <a:pPr/>
            <a:r>
              <a:t>后端技术</a:t>
            </a:r>
          </a:p>
          <a:p>
            <a:pPr lvl="1"/>
            <a:r>
              <a:t>Spring Boot 2.7.18</a:t>
            </a:r>
          </a:p>
          <a:p>
            <a:pPr lvl="1"/>
            <a:r>
              <a:t>Oracle JDBC 21.9.0.0</a:t>
            </a:r>
          </a:p>
          <a:p>
            <a:pPr lvl="1"/>
            <a:r>
              <a:t>FastJSON2 2.0.43</a:t>
            </a:r>
          </a:p>
          <a:p>
            <a:pPr lvl="1"/>
            <a:r>
              <a:t>OkHttp3（AI API 调用）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谢谢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 &amp; A</a:t>
            </a:r>
          </a:p>
          <a:p/>
          <a:p>
            <a:r>
              <a:t>文档位置：/home/admin/.openclaw/workspace/智问核心流程泳道图_实际实现版.md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