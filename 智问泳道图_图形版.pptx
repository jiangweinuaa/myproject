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智问系统核心流程泳道图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自然语言查询系统技术架构</a:t>
            </a:r>
          </a:p>
          <a:p>
            <a:r>
              <a:t>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智问核心流程泳道图</a:t>
            </a:r>
          </a:p>
        </p:txBody>
      </p:sp>
      <p:pic>
        <p:nvPicPr>
          <p:cNvPr id="3" name="Picture 2" descr="智问泳道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904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个泳道职责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1. 用户：输入问题、查看结果</a:t>
            </a:r>
          </a:p>
          <a:p>
            <a:pPr lvl="1"/>
            <a:r>
              <a:t>2. 前端 (SmartQuery.vue)：界面展示、HTTP 请求、结果渲染</a:t>
            </a:r>
          </a:p>
          <a:p>
            <a:pPr lvl="1"/>
            <a:r>
              <a:t>3. Controller (NLQueryController)：接收 HTTP 请求、参数校验</a:t>
            </a:r>
          </a:p>
          <a:p>
            <a:pPr lvl="1"/>
            <a:r>
              <a:t>4. Service (NLQueryService)：SQL 生成、安全验证、执行查询</a:t>
            </a:r>
          </a:p>
          <a:p>
            <a:pPr lvl="1"/>
            <a:r>
              <a:t>5. AI API (通义千问)：根据 Prompt 生成 SQL</a:t>
            </a:r>
          </a:p>
          <a:p>
            <a:pPr lvl="1"/>
            <a:r>
              <a:t>6. 数据库 (Oracle)：表结构元数据、业务数据存储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步完整流程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① 用户输入问题</a:t>
            </a:r>
          </a:p>
          <a:p>
            <a:pPr lvl="1"/>
            <a:r>
              <a:t>② 前端显示「AI 思考中...」</a:t>
            </a:r>
          </a:p>
          <a:p>
            <a:pPr lvl="1"/>
            <a:r>
              <a:t>③ 前端发送 POST 请求</a:t>
            </a:r>
          </a:p>
          <a:p>
            <a:pPr lvl="1"/>
            <a:r>
              <a:t>④ Controller 调用 Service</a:t>
            </a:r>
          </a:p>
          <a:p>
            <a:pPr lvl="1"/>
            <a:r>
              <a:t>⑤ Service 调用 generateSQL()</a:t>
            </a:r>
          </a:p>
          <a:p>
            <a:pPr lvl="1"/>
            <a:r>
              <a:t>⑥ 查询 AI_TABLE_FILTER 表</a:t>
            </a:r>
          </a:p>
          <a:p>
            <a:pPr lvl="1"/>
            <a:r>
              <a:t>⑦ 查询 USER_TAB_COLUMNS 元数据</a:t>
            </a:r>
          </a:p>
          <a:p>
            <a:pPr lvl="1"/>
            <a:r>
              <a:t>⑧ 调用通义千问 API</a:t>
            </a:r>
          </a:p>
          <a:p>
            <a:pPr lvl="1"/>
            <a:r>
              <a:t>⑨ AI 返回生成的 SQL</a:t>
            </a:r>
          </a:p>
          <a:p>
            <a:pPr lvl="1"/>
            <a:r>
              <a:t>⑩ Service 执行 validateSQL() 验证</a:t>
            </a:r>
          </a:p>
          <a:p>
            <a:pPr lvl="1"/>
            <a:r>
              <a:t>⑪ Service 执行 SQL 查询</a:t>
            </a:r>
          </a:p>
          <a:p>
            <a:pPr lvl="1"/>
            <a:r>
              <a:t>⑫ Service 返回 JSON 响应</a:t>
            </a:r>
          </a:p>
          <a:p>
            <a:pPr lvl="1"/>
            <a:r>
              <a:t>⑬ 前端渲染表格和 SQL</a:t>
            </a:r>
          </a:p>
          <a:p>
            <a:pPr lvl="1"/>
            <a:r>
              <a:t>⑭ 用户查看结果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安全机制（三层验证）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第一层：SQL 类型检查</a:t>
            </a:r>
          </a:p>
          <a:p>
            <a:pPr lvl="1"/>
            <a:r>
              <a:t>✓ 必须以 SELECT 开头</a:t>
            </a:r>
          </a:p>
          <a:p>
            <a:pPr lvl="1"/>
            <a:r>
              <a:t>✗ 禁止 DROP/DELETE/UPDATE/INSERT/TRUNCATE</a:t>
            </a:r>
          </a:p>
          <a:p>
            <a:pPr/>
          </a:p>
          <a:p>
            <a:pPr/>
            <a:r>
              <a:t>第二层：表白名单检查</a:t>
            </a:r>
          </a:p>
          <a:p>
            <a:pPr lvl="1"/>
            <a:r>
              <a:t>✓ 从 AI_TABLE_FILTER 读取允许的表</a:t>
            </a:r>
          </a:p>
          <a:p>
            <a:pPr lvl="1"/>
            <a:r>
              <a:t>✓ SQL 中必须包含允许的表名</a:t>
            </a:r>
          </a:p>
          <a:p>
            <a:pPr/>
          </a:p>
          <a:p>
            <a:pPr/>
            <a:r>
              <a:t>第三层：只读账号执行</a:t>
            </a:r>
          </a:p>
          <a:p>
            <a:pPr lvl="1"/>
            <a:r>
              <a:t>✓ JdbcTemplate 使用只读数据库账号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前端</a:t>
            </a:r>
          </a:p>
          <a:p>
            <a:pPr lvl="1"/>
            <a:r>
              <a:t>Vue 3.4.21 + Vite 5.2.6 + Element Plus 2.6.1</a:t>
            </a:r>
          </a:p>
          <a:p>
            <a:pPr/>
          </a:p>
          <a:p>
            <a:pPr/>
            <a:r>
              <a:t>后端</a:t>
            </a:r>
          </a:p>
          <a:p>
            <a:pPr lvl="1"/>
            <a:r>
              <a:t>Spring Boot 2.7.18 + Oracle JDBC + OkHttp3</a:t>
            </a:r>
          </a:p>
          <a:p>
            <a:pPr/>
          </a:p>
          <a:p>
            <a:pPr/>
            <a:r>
              <a:t>AI</a:t>
            </a:r>
          </a:p>
          <a:p>
            <a:pPr lvl="1"/>
            <a:r>
              <a:t>通义千问 qwen-plus (dashscope.aliyuncs.com)</a:t>
            </a:r>
          </a:p>
          <a:p>
            <a:pPr/>
          </a:p>
          <a:p>
            <a:pPr/>
            <a:r>
              <a:t>数据库</a:t>
            </a:r>
          </a:p>
          <a:p>
            <a:pPr lvl="1"/>
            <a:r>
              <a:t>Oracle 11g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  <a:p/>
          <a:p>
            <a:r>
              <a:t>文档：/home/admin/.openclaw/workspace/智问泳道图_修正版.md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