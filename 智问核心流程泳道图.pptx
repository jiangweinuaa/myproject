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智问系统核心流程泳道图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自然语言查询系统技术架构</a:t>
            </a:r>
          </a:p>
          <a:p>
            <a:r>
              <a:t>2026-04-14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什么是泳道图？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泳道图 vs 普通流程图</a:t>
            </a:r>
          </a:p>
          <a:p>
            <a:pPr/>
            <a:r>
              <a:t>泳道图特点</a:t>
            </a:r>
          </a:p>
          <a:p>
            <a:pPr lvl="1"/>
            <a:r>
              <a:t>• 按角色/系统分区（泳道）</a:t>
            </a:r>
          </a:p>
          <a:p>
            <a:pPr lvl="1"/>
            <a:r>
              <a:t>• 每个步骤放在对应的泳道中</a:t>
            </a:r>
          </a:p>
          <a:p>
            <a:pPr lvl="1"/>
            <a:r>
              <a:t>• 清晰展示「谁在什么时候做什么」</a:t>
            </a:r>
          </a:p>
          <a:p>
            <a:pPr lvl="1"/>
            <a:r>
              <a:t>• 跨泳道连接展示交互</a:t>
            </a:r>
          </a:p>
          <a:p>
            <a:pPr/>
          </a:p>
          <a:p>
            <a:pPr/>
            <a:r>
              <a:t>智问系统的泳道</a:t>
            </a:r>
          </a:p>
          <a:p>
            <a:pPr lvl="1"/>
            <a:r>
              <a:t>用户 | 前端 | Controller | Service | AI API | 数据库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泳道职责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个泳道的职责分工</a:t>
            </a:r>
          </a:p>
          <a:p>
            <a:pPr lvl="1"/>
            <a:r>
              <a:t>1. 用户：输入问题、查看结果</a:t>
            </a:r>
          </a:p>
          <a:p>
            <a:pPr lvl="1"/>
            <a:r>
              <a:t>2. 前端 (SmartQuery.vue)：界面展示、HTTP 请求</a:t>
            </a:r>
          </a:p>
          <a:p>
            <a:pPr lvl="1"/>
            <a:r>
              <a:t>3. Controller：接收请求、参数校验</a:t>
            </a:r>
          </a:p>
          <a:p>
            <a:pPr lvl="1"/>
            <a:r>
              <a:t>4. Service：SQL 生成、安全验证、执行查询</a:t>
            </a:r>
          </a:p>
          <a:p>
            <a:pPr lvl="1"/>
            <a:r>
              <a:t>5. AI API (通义千问)：生成 SQL</a:t>
            </a:r>
          </a:p>
          <a:p>
            <a:pPr lvl="1"/>
            <a:r>
              <a:t>6. 数据库 (Oracle)：表结构、业务数据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核心流程泳道图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跨泳道交互流程</a:t>
            </a:r>
          </a:p>
          <a:p>
            <a:pPr lvl="1"/>
            <a:r>
              <a:t>用户 → 前端：输入问题</a:t>
            </a:r>
          </a:p>
          <a:p>
            <a:pPr lvl="1"/>
            <a:r>
              <a:t>前端 → Controller：POST /api/nl-query/query</a:t>
            </a:r>
          </a:p>
          <a:p>
            <a:pPr lvl="1"/>
            <a:r>
              <a:t>Controller → Service：query(question)</a:t>
            </a:r>
          </a:p>
          <a:p>
            <a:pPr lvl="1"/>
            <a:r>
              <a:t>Service → 数据库：查询表结构</a:t>
            </a:r>
          </a:p>
          <a:p>
            <a:pPr lvl="1"/>
            <a:r>
              <a:t>Service → AI API：调用通义千问</a:t>
            </a:r>
          </a:p>
          <a:p>
            <a:pPr lvl="1"/>
            <a:r>
              <a:t>AI API → Service：返回 SQL</a:t>
            </a:r>
          </a:p>
          <a:p>
            <a:pPr lvl="1"/>
            <a:r>
              <a:t>Service → Service：validateSQL 验证</a:t>
            </a:r>
          </a:p>
          <a:p>
            <a:pPr lvl="1"/>
            <a:r>
              <a:t>Service → 数据库：执行 SQL</a:t>
            </a:r>
          </a:p>
          <a:p>
            <a:pPr lvl="1"/>
            <a:r>
              <a:t>Service → 前端：返回 JSON</a:t>
            </a:r>
          </a:p>
          <a:p>
            <a:pPr lvl="1"/>
            <a:r>
              <a:t>前端 → 用户：渲染结果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时序图（11 步交互）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完整的请求 - 响应周期</a:t>
            </a:r>
          </a:p>
          <a:p>
            <a:pPr lvl="1"/>
            <a:r>
              <a:t>1. 用户输入问题</a:t>
            </a:r>
          </a:p>
          <a:p>
            <a:pPr lvl="1"/>
            <a:r>
              <a:t>2. 前端显示「AI 思考中...」</a:t>
            </a:r>
          </a:p>
          <a:p>
            <a:pPr lvl="1"/>
            <a:r>
              <a:t>3. 前端发送 POST 请求</a:t>
            </a:r>
          </a:p>
          <a:p>
            <a:pPr lvl="1"/>
            <a:r>
              <a:t>4. Controller 调用 Service</a:t>
            </a:r>
          </a:p>
          <a:p>
            <a:pPr lvl="1"/>
            <a:r>
              <a:t>5. Service 查询数据库元数据</a:t>
            </a:r>
          </a:p>
          <a:p>
            <a:pPr lvl="1"/>
            <a:r>
              <a:t>6. Service 调用 AI API 生成 SQL</a:t>
            </a:r>
          </a:p>
          <a:p>
            <a:pPr lvl="1"/>
            <a:r>
              <a:t>7. Service 执行安全验证</a:t>
            </a:r>
          </a:p>
          <a:p>
            <a:pPr lvl="1"/>
            <a:r>
              <a:t>8. Service 执行 SQL 查询</a:t>
            </a:r>
          </a:p>
          <a:p>
            <a:pPr lvl="1"/>
            <a:r>
              <a:t>9. Service 返回 JSON 响应</a:t>
            </a:r>
          </a:p>
          <a:p>
            <a:pPr lvl="1"/>
            <a:r>
              <a:t>10. 前端渲染表格和 SQL</a:t>
            </a:r>
          </a:p>
          <a:p>
            <a:pPr lvl="1"/>
            <a:r>
              <a:t>11. 用户查看结果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前端泳道 (SmartQuery.vue)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前端职责</a:t>
            </a:r>
          </a:p>
          <a:p>
            <a:pPr/>
            <a:r>
              <a:t>界面展示</a:t>
            </a:r>
          </a:p>
          <a:p>
            <a:pPr lvl="1"/>
            <a:r>
              <a:t>• 聊天头部（标题 + 副标题）</a:t>
            </a:r>
          </a:p>
          <a:p>
            <a:pPr lvl="1"/>
            <a:r>
              <a:t>• 消息容器（用户/机器人消息）</a:t>
            </a:r>
          </a:p>
          <a:p>
            <a:pPr lvl="1"/>
            <a:r>
              <a:t>• 输入框 + 发送按钮</a:t>
            </a:r>
          </a:p>
          <a:p>
            <a:pPr/>
          </a:p>
          <a:p>
            <a:pPr/>
            <a:r>
              <a:t>HTTP 请求</a:t>
            </a:r>
          </a:p>
          <a:p>
            <a:pPr lvl="1"/>
            <a:r>
              <a:t>• POST /api/nl-query/query</a:t>
            </a:r>
          </a:p>
          <a:p>
            <a:pPr lvl="1"/>
            <a:r>
              <a:t>• Content-Type: application/x-www-form-urlencoded</a:t>
            </a:r>
          </a:p>
          <a:p>
            <a:pPr lvl="1"/>
            <a:r>
              <a:t>• Body: question=xxx</a:t>
            </a:r>
          </a:p>
          <a:p>
            <a:pPr/>
          </a:p>
          <a:p>
            <a:pPr/>
            <a:r>
              <a:t>结果渲染</a:t>
            </a:r>
          </a:p>
          <a:p>
            <a:pPr lvl="1"/>
            <a:r>
              <a:t>• Markdown 表格转 HTML</a:t>
            </a:r>
          </a:p>
          <a:p>
            <a:pPr lvl="1"/>
            <a:r>
              <a:t>• SQL 代码块高亮显示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后端泳道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 + Service</a:t>
            </a:r>
          </a:p>
          <a:p>
            <a:pPr/>
            <a:r>
              <a:t>NLQueryController</a:t>
            </a:r>
          </a:p>
          <a:p>
            <a:pPr lvl="1"/>
            <a:r>
              <a:t>• @PostMapping /api/nl-query/query</a:t>
            </a:r>
          </a:p>
          <a:p>
            <a:pPr lvl="1"/>
            <a:r>
              <a:t>• 接收 question 参数</a:t>
            </a:r>
          </a:p>
          <a:p>
            <a:pPr lvl="1"/>
            <a:r>
              <a:t>• 调用 NLQueryService.query()</a:t>
            </a:r>
          </a:p>
          <a:p>
            <a:pPr/>
          </a:p>
          <a:p>
            <a:pPr/>
            <a:r>
              <a:t>NLQueryService</a:t>
            </a:r>
          </a:p>
          <a:p>
            <a:pPr lvl="1"/>
            <a:r>
              <a:t>• 调用 AISQLService.generateSQL()</a:t>
            </a:r>
          </a:p>
          <a:p>
            <a:pPr lvl="1"/>
            <a:r>
              <a:t>• 调用 AISQLService.validateSQL()</a:t>
            </a:r>
          </a:p>
          <a:p>
            <a:pPr lvl="1"/>
            <a:r>
              <a:t>• JdbcTemplate 执行 SQL</a:t>
            </a:r>
          </a:p>
          <a:p>
            <a:pPr lvl="1"/>
            <a:r>
              <a:t>• 构建 JSON 响应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集成泳道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通义千问 API 调用</a:t>
            </a:r>
          </a:p>
          <a:p>
            <a:pPr/>
            <a:r>
              <a:t>API 信息</a:t>
            </a:r>
          </a:p>
          <a:p>
            <a:pPr lvl="1"/>
            <a:r>
              <a:t>• 端点：dashscope.aliyuncs.com</a:t>
            </a:r>
          </a:p>
          <a:p>
            <a:pPr lvl="1"/>
            <a:r>
              <a:t>• 模型：qwen-plus</a:t>
            </a:r>
          </a:p>
          <a:p>
            <a:pPr lvl="1"/>
            <a:r>
              <a:t>• API Key：从 PRODUCT_APPKEY 表读取</a:t>
            </a:r>
          </a:p>
          <a:p>
            <a:pPr/>
          </a:p>
          <a:p>
            <a:pPr/>
            <a:r>
              <a:t>Prompt 构建</a:t>
            </a:r>
          </a:p>
          <a:p>
            <a:pPr lvl="1"/>
            <a:r>
              <a:t>• 从 AI_TABLE_FILTER 获取表列表</a:t>
            </a:r>
          </a:p>
          <a:p>
            <a:pPr lvl="1"/>
            <a:r>
              <a:t>• 从 USER_TAB_COLUMNS 获取列信息</a:t>
            </a:r>
          </a:p>
          <a:p>
            <a:pPr lvl="1"/>
            <a:r>
              <a:t>• 从 USER_COL_COMMENTS 获取注释</a:t>
            </a:r>
          </a:p>
          <a:p>
            <a:pPr lvl="1"/>
            <a:r>
              <a:t>• 9 条 SQL 生成规范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安全验证泳道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三层安全检查</a:t>
            </a:r>
          </a:p>
          <a:p>
            <a:pPr/>
            <a:r>
              <a:t>第一层：SQL 类型检查</a:t>
            </a:r>
          </a:p>
          <a:p>
            <a:pPr lvl="1"/>
            <a:r>
              <a:t>✓ 必须以 SELECT 开头</a:t>
            </a:r>
          </a:p>
          <a:p>
            <a:pPr lvl="1"/>
            <a:r>
              <a:t>✗ 禁止 DROP/DELETE/UPDATE/INSERT</a:t>
            </a:r>
          </a:p>
          <a:p>
            <a:pPr/>
          </a:p>
          <a:p>
            <a:pPr/>
            <a:r>
              <a:t>第二层：表白名单检查</a:t>
            </a:r>
          </a:p>
          <a:p>
            <a:pPr lvl="1"/>
            <a:r>
              <a:t>✓ 从 AI_TABLE_FILTER 读取允许的表</a:t>
            </a:r>
          </a:p>
          <a:p>
            <a:pPr lvl="1"/>
            <a:r>
              <a:t>✓ SQL 中必须包含允许的表名</a:t>
            </a:r>
          </a:p>
          <a:p>
            <a:pPr/>
          </a:p>
          <a:p>
            <a:pPr/>
            <a:r>
              <a:t>第三层：只读账号执行</a:t>
            </a:r>
          </a:p>
          <a:p>
            <a:pPr lvl="1"/>
            <a:r>
              <a:t>✓ JdbcTemplate 使用只读数据库账号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数据库泳道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数据库表</a:t>
            </a:r>
          </a:p>
          <a:p>
            <a:pPr/>
            <a:r>
              <a:t>配置表</a:t>
            </a:r>
          </a:p>
          <a:p>
            <a:pPr lvl="1"/>
            <a:r>
              <a:t>• AI_TABLE_FILTER：AI 可访问的表白名单</a:t>
            </a:r>
          </a:p>
          <a:p>
            <a:pPr lvl="1"/>
            <a:r>
              <a:t>• PRODUCT_APPKEY：API Key 存储</a:t>
            </a:r>
          </a:p>
          <a:p>
            <a:pPr/>
          </a:p>
          <a:p>
            <a:pPr/>
            <a:r>
              <a:t>元数据表（Oracle 系统表）</a:t>
            </a:r>
          </a:p>
          <a:p>
            <a:pPr lvl="1"/>
            <a:r>
              <a:t>• USER_TAB_COLUMNS：表列信息</a:t>
            </a:r>
          </a:p>
          <a:p>
            <a:pPr lvl="1"/>
            <a:r>
              <a:t>• USER_COL_COMMENTS：列注释</a:t>
            </a:r>
          </a:p>
          <a:p>
            <a:pPr/>
          </a:p>
          <a:p>
            <a:pPr/>
            <a:r>
              <a:t>业务数据表</a:t>
            </a:r>
          </a:p>
          <a:p>
            <a:pPr lvl="1"/>
            <a:r>
              <a:t>• DCP_SALE：销售数据</a:t>
            </a:r>
          </a:p>
          <a:p>
            <a:pPr lvl="1"/>
            <a:r>
              <a:t>• DCP_STOCK：库存数据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关键交互点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 个跨泳道交互</a:t>
            </a:r>
          </a:p>
          <a:p>
            <a:pPr lvl="1"/>
            <a:r>
              <a:t>1. 用户 → 前端：输入问题</a:t>
            </a:r>
          </a:p>
          <a:p>
            <a:pPr lvl="1"/>
            <a:r>
              <a:t>2. 前端 → Controller：HTTP POST</a:t>
            </a:r>
          </a:p>
          <a:p>
            <a:pPr lvl="1"/>
            <a:r>
              <a:t>3. Controller → Service：方法调用</a:t>
            </a:r>
          </a:p>
          <a:p>
            <a:pPr lvl="1"/>
            <a:r>
              <a:t>4. Service → 数据库：查询元数据</a:t>
            </a:r>
          </a:p>
          <a:p>
            <a:pPr lvl="1"/>
            <a:r>
              <a:t>5. Service → AI API：生成 SQL</a:t>
            </a:r>
          </a:p>
          <a:p>
            <a:pPr lvl="1"/>
            <a:r>
              <a:t>6. Service → Service：安全验证</a:t>
            </a:r>
          </a:p>
          <a:p>
            <a:pPr lvl="1"/>
            <a:r>
              <a:t>7. Service → 数据库：执行查询</a:t>
            </a:r>
          </a:p>
          <a:p>
            <a:pPr lvl="1"/>
            <a:r>
              <a:t>8. Service → 前端：JSON 响应</a:t>
            </a:r>
          </a:p>
          <a:p>
            <a:pPr lvl="1"/>
            <a:r>
              <a:t>9. 前端 → 用户：结果展示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 &amp; A</a:t>
            </a:r>
          </a:p>
          <a:p/>
          <a:p>
            <a:r>
              <a:t>文档位置：/home/admin/.openclaw/workspace/智问泳道图_修正版.md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